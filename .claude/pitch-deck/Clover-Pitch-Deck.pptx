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fé photo" descr="sl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5" y="1428750"/>
            <a:ext cx="3667125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roduct screenshot" descr="slo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5" y="1095375"/>
            <a:ext cx="238125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ounder portrait" descr="slo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5" y="1238250"/>
            <a:ext cx="3143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